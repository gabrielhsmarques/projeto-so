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54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08563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194560" cy="347472"/>
          </a:xfrm>
          <a:prstGeom prst="roundRect">
            <a:avLst>
              <a:gd name="adj" fmla="val 1315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GBC045 – Sistemas Operacionais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Implementação de </a:t>
            </a:r>
            <a:r>
              <a:rPr lang="en-US" sz="3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Syscall getmem()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Escalonador MLQ</a:t>
            </a:r>
            <a:endParaRPr lang="en-US" sz="3800" dirty="0"/>
          </a:p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xv6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22860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10</a:t>
            </a:r>
          </a:p>
          <a:p>
            <a:pPr marL="0" indent="0">
              <a:buNone/>
            </a:pPr>
            <a:r>
              <a:rPr lang="en-US" sz="13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Federal de Uberlândia – FACOM</a:t>
            </a:r>
            <a:endParaRPr lang="en-US" sz="1300" dirty="0"/>
          </a:p>
          <a:p>
            <a:r>
              <a:rPr lang="en-US" sz="13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Davi Santos Oliveira - 12411BCC088 |Gabriel Henrique Silva Marques - 12411BCC057 | Gustavo Pereira Mendes - 12221BCC007 | </a:t>
            </a:r>
            <a:r>
              <a:rPr lang="pt-BR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Lucas Oliveira Borges - 12311BSI261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</a:t>
            </a:r>
            <a:r>
              <a:rPr lang="en-US" sz="1300" dirty="0" err="1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Tiarlisson</a:t>
            </a: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Silva Gontijo - 12111BSI270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Professor: Marcelo Zanchetta do Nascimento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Objetivos do Projeto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Geral: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o kernel do xv6 para integrar novos serviços e algoritmos de gerência de processos.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208483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Syscall getmem()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246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a interface de sistema para monitoramento de memória de processos em espaço de usuário.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27832" y="19659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64992" y="208483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3364992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19272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Escalonador MLQ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64992" y="3246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Substituir o Round Robin original por um escalonador de Múltiplas Filas de Prioridade.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9904" y="1965960"/>
            <a:ext cx="265176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227064" y="2084832"/>
            <a:ext cx="640080" cy="64008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27064" y="2084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81344" y="28346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Desempenho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27064" y="324612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impacto das mudanças comparando métricas de Turnaround e Waiting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 Syscall getmem() – Fundamentação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o processo consulte seu próprio uso de memória a partir do espaço de usuário.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reside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Bloco de Controle de Processo (PCB) – representado pela struct proc no xv6.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Alvo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54787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uint sz (size): armazena o tamanho da memória do processo em bytes.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94960" y="86868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394960" y="914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da Syscall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1371600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669280" y="1371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Space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828800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5669280" y="202996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669280" y="20299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49440" y="2487168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69280" y="2688336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69280" y="268833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usys.S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49440" y="3145536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669280" y="3346704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669280" y="334670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syscall.c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3803904"/>
            <a:ext cx="0" cy="201168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5669280" y="4005072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669280" y="40050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sys_getmem()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[Kernel]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⚙️  Escalonador Multi-Level Queue (MLQ)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da fila de processos prontos em categorias de prioridade. A Fila 1 só é processada se a Fila 0 estiver vazia.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ECFDF5"/>
          </a:solidFill>
          <a:ln w="12700">
            <a:solidFill>
              <a:srgbClr val="14B8A6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0 — Alta Prioridade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Processos recém-criados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Processos interativos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Resposta imediata garantida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1874520"/>
            <a:ext cx="3474720" cy="2560320"/>
          </a:xfrm>
          <a:prstGeom prst="roundRect">
            <a:avLst>
              <a:gd name="adj" fmla="val 3571"/>
            </a:avLst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4251960" y="1920240"/>
            <a:ext cx="3200400" cy="457200"/>
          </a:xfrm>
          <a:prstGeom prst="roundRect">
            <a:avLst>
              <a:gd name="adj" fmla="val 1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251960" y="1920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1 — Baixa Prioridade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2468880"/>
            <a:ext cx="3108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Processos CPU-intensivos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Executados apenas quando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Fila 0 estiver vazia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Background tasks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0" y="3154680"/>
            <a:ext cx="822960" cy="0"/>
          </a:xfrm>
          <a:prstGeom prst="line">
            <a:avLst/>
          </a:prstGeom>
          <a:noFill/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7635240" y="25603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7635240" y="25603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4572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Regra de Ouro: Fila 0 tem precedência absoluta sobre Fila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📁  Estratégia de Implementação no Kernel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75488" y="107899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75488" y="1078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do campo int priority na struct proc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4910328" y="107899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910328" y="10789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proc.c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Alteração da função scheduler() para busca por níveis de prioridade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5488" y="249631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5488" y="2496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syscall.h/c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9260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do código da nova syscall no vetor de chamadas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2331720"/>
            <a:ext cx="4206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910328" y="2496312"/>
            <a:ext cx="1280160" cy="347472"/>
          </a:xfrm>
          <a:prstGeom prst="roundRect">
            <a:avLst>
              <a:gd name="adj" fmla="val 1315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910328" y="249631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sysproc.c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92608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da lógica de retorno do tamanho da memória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13048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0D1B2A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Pseudo-algoritmo do Escalonador: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(existe processo na Fila 0) { executa(processo_fila0); }  Senão { executa(processo_fila1); 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Metodologia de Teste e Comparação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0F2FE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programa test_tema10.c e executar cenários mistos de carga de trabalho no xv6 original e no xv6 modificado.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304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 do processo, do início (submissão) até o fim da execução.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00600" y="1783080"/>
            <a:ext cx="4206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37760" y="1874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874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304288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total que o processo permaneceu na fila de pronto aguardando CPU.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502920" y="3566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913632"/>
          <a:ext cx="8046720" cy="914400"/>
        </p:xfrm>
        <a:graphic>
          <a:graphicData uri="http://schemas.openxmlformats.org/drawingml/2006/table">
            <a:tbl>
              <a:tblPr/>
              <a:tblGrid>
                <a:gridCol w="268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2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xv6 Original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 Robin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de referência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xv6 Modificado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MLQ (Fila 0 / Fila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Menor Waiting Time médio em carga mista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731520"/>
            <a:ext cx="4114800" cy="4114800"/>
          </a:xfrm>
          <a:prstGeom prst="ellipse">
            <a:avLst/>
          </a:prstGeom>
          <a:solidFill>
            <a:srgbClr val="0891B2">
              <a:alpha val="20000"/>
            </a:srgbClr>
          </a:solidFill>
          <a:ln w="12700">
            <a:solidFill>
              <a:srgbClr val="0891B2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 &amp; Próximos Passos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56032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Concluída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57276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teórica: syscall getmem() e escalonador MLQ compreendidos e documentados.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423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Andamento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6148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codificação no ambiente RISC-V com compilação cruzada do xv6.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02920" cy="5029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97280" y="36118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9502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que o MLQ reduz o tempo médio de espera em cenários mistos de carga de trabalho.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548</Words>
  <Application>Microsoft Office PowerPoint</Application>
  <PresentationFormat>Apresentação na tela (16:9)</PresentationFormat>
  <Paragraphs>93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xv6 - Tema 10</dc:title>
  <dc:subject>PptxGenJS Presentation</dc:subject>
  <dc:creator>PptxGenJS</dc:creator>
  <cp:lastModifiedBy>Gabriel Henrique Silva Marques</cp:lastModifiedBy>
  <cp:revision>2</cp:revision>
  <dcterms:created xsi:type="dcterms:W3CDTF">2026-06-09T12:34:35Z</dcterms:created>
  <dcterms:modified xsi:type="dcterms:W3CDTF">2026-06-09T17:52:36Z</dcterms:modified>
</cp:coreProperties>
</file>